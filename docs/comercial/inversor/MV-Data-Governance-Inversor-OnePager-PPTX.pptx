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2B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58521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+ cobranza · pre-seed ~US$30–50k · ES/PT/EN · corre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91272" y="310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cash-positivo mes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91272" y="4983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ángel ~US$30–50k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91272" y="685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implementador + ads (~6m)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91272" y="8732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F2B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 datos serio hoy es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caro, en inglés y en la nube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Nosotros lo llevamos a la financiera y la PYME de LATAM: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barato, en español y corriendo en su propia infra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 gobernamos el dato que alimenta su cobranza.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18M · CASO BASE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/ con inversión en redes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8041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71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CAPITAL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671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671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el mes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0362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992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@18M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4992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4992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vivas, base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2683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313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7313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Piloto-ready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7313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autochequeo 46/46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VENDE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328416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255264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 (gratis)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100% sintética, sin internet. El caballo de Troya: el prospecto la prueba sin pedir permiso a seguridad.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" y="3730752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657600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pagas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Licencia PC US$149 (único) · Professional US$390/mes · créditos IA US$9/39/149. Cobrables ya por MercadoPago en USD.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" y="4133088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059936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a medida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cobranza + gobierno sobre la BD/ERP del cliente. Ahí está el margen y la puerta a la suscripción.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9028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GANAMOS (EL SEAM)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 dueño de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“gobierno de datos + cobranza, para la financiera/PYME mediana de LATAM, en español, corriendo local”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enterprise (Collibra, Purview, Informatica) son caros y en inglés; los de cobranza (Colektia, Moonflow) no gobiernan el dato; el open-source es “hágalo usted mismo”. Entramos por la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financiera/administradora de crédito mediana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—ciclo corto, dolor claro de recupero— no por los 11 bancos (ciclo 9–15 meses).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2999232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NETA — CASO BASE (USD)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73552"/>
          <a:ext cx="5193792" cy="914400"/>
        </p:xfrm>
        <a:graphic>
          <a:graphicData uri="http://schemas.openxmlformats.org/drawingml/2006/table">
            <a:tbl>
              <a:tblPr/>
              <a:tblGrid>
                <a:gridCol w="1558138"/>
                <a:gridCol w="856976"/>
                <a:gridCol w="908914"/>
                <a:gridCol w="960852"/>
                <a:gridCol w="90891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sin redes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con redes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146.294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4.998/m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Pesimista · sin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Optimista · con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192.089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361.144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10.235/m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537960" y="4700016"/>
            <a:ext cx="5193792" cy="786384"/>
          </a:xfrm>
          <a:prstGeom prst="roundRect">
            <a:avLst>
              <a:gd name="adj" fmla="val 697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4700016"/>
            <a:ext cx="45720" cy="78638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41" name="Text 38"/>
          <p:cNvSpPr/>
          <p:nvPr/>
        </p:nvSpPr>
        <p:spPr>
          <a:xfrm>
            <a:off x="6720840" y="4791456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QUE CAMBIA TODO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720840" y="4974336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el mes 1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los tres escenarios: los proyectos se cobran por adelantado, así que no hay “valle de la muerte” ni necesidad de capital. El riesgo no es quedarte sin plata — es que no cierren los deals.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Uruguay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6928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66928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núcleo · validar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398776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08504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LATAM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508504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2508504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núcleo · escalar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340352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450080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450080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4450080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2030 · +19–22%/año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6537960" y="5532120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537960" y="55321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sólido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529170" y="5532120"/>
            <a:ext cx="1013155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529170" y="5532120"/>
            <a:ext cx="10131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Cobros en vivo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633765" y="5532120"/>
            <a:ext cx="729691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8633765" y="5532120"/>
            <a:ext cx="729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Trilingüe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454896" y="5532120"/>
            <a:ext cx="2260397" cy="237744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9454896" y="5532120"/>
            <a:ext cx="22603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sin probar en tenant real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537960" y="5843016"/>
            <a:ext cx="1013155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6537960" y="5843016"/>
            <a:ext cx="10131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clientes aún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642555" y="5843016"/>
            <a:ext cx="1069848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7642555" y="58430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SOC 2 / ISO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8803843" y="5843016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8803843" y="5843016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57200" y="6272784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228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8368" y="6336792"/>
            <a:ext cx="7068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pedido: US$30–50k para comprimir 18 meses en 9.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658368" y="6528816"/>
            <a:ext cx="7068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cash-positivo solo desde el mes 1 — el capital no cubre pérdidas. Adelanta el primer implementador + el motor de demanda: de US$86k a US$146k netos a 18m, recurrente de US$2,9k a US$5,0k/m.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799832" y="6272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algn="r" indent="0" marL="0">
              <a:buNone/>
            </a:pPr>
            <a:r>
              <a:rPr lang="en-US" sz="9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VieraSchiavi   ·   vieraschiavi@gmail.com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2026-07-26T19:10:20Z</dcterms:created>
  <dcterms:modified xsi:type="dcterms:W3CDTF">2026-07-26T19:10:20Z</dcterms:modified>
</cp:coreProperties>
</file>